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273D6-8185-3F59-8697-D1173A1C31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617458-D3D5-C4BD-4A62-1E8D11E1CC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E0AC2-7561-9CDF-BDE1-38C29A406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FE931-86AE-4DA0-98F3-E6465F57C2D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0795A-B0A3-61DC-0767-31F7B6EB1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E606B-CD2B-D48B-B2CC-C497D262E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63EE-98BD-47C9-AECE-56A2E7D68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279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C3CC8-C50A-2976-FF3B-8C1D050F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8AE7D-9D44-B337-0B1B-08853C260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9D39C-631E-BB28-840B-479AA6A07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FE931-86AE-4DA0-98F3-E6465F57C2D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9D68E-E16B-AD04-3398-67F92E72D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6A107-B55B-24FA-A09F-3E7B36FDB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63EE-98BD-47C9-AECE-56A2E7D68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713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705DE-5007-0A85-FD0F-08FBC53AD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8B0C6C-00F4-B715-E27D-AA8250CBF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8436D-C2E9-96A4-0505-57AE86B8C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FE931-86AE-4DA0-98F3-E6465F57C2D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EDFC4-7723-B4AE-DA1B-FF2E0E304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A14A9-42FE-E5CE-20AE-38536AC98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63EE-98BD-47C9-AECE-56A2E7D68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574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C5855-CDE5-2CA9-E3C3-8AA345D2B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7586A-C8D9-5073-6A0C-F9784CFABF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9A2557-F64B-8F73-C8D6-B2688B2883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C44D02-3C8F-BA66-E597-2D324AC00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FE931-86AE-4DA0-98F3-E6465F57C2D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262AD8-D82F-D11E-243F-8A95AC024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71B71A-44D6-AA6A-23D1-9B5C68154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63EE-98BD-47C9-AECE-56A2E7D68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520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153C6-8332-20F2-D259-B69BBFC8D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DD5600-80D4-411D-4283-BDF612FA4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A929B2-F8C3-8730-4B77-E68403A27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613D17-0DAC-A8DB-C329-870D5565A4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9FAB34-8A18-A7E9-A181-A490F6DDBD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C2F98F-DD3C-3FBE-1B3A-289F4B006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FE931-86AE-4DA0-98F3-E6465F57C2D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528BC1-D143-9CA3-6B5F-14DA88928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EB23DD-CAA4-E244-3C3F-5CB1AE28E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63EE-98BD-47C9-AECE-56A2E7D68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308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85A1D-6B0E-E593-BBEA-F99CC3DA2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B91CF7-5AD3-9EB8-5BA9-9D707CEAD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FE931-86AE-4DA0-98F3-E6465F57C2D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ED1429-2B45-6D1E-497D-66BE61D45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3FD1B9-327F-0C0F-8D88-86FB44069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63EE-98BD-47C9-AECE-56A2E7D68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029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494D3F-2FFD-FBBF-3E0F-B03045637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FE931-86AE-4DA0-98F3-E6465F57C2D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089973-0340-3E99-2AD9-00CFCE69E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71C82F-6D66-3FAB-1B57-2F9035AE9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63EE-98BD-47C9-AECE-56A2E7D68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477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E3165-A95C-D84B-2BAD-5571719A5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62195-4D89-D3B0-1565-F24391B47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5D495A-9DC7-4D10-C381-BC0ACD0EAD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D2B008-88E4-6702-5FF8-B8F7B7381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FE931-86AE-4DA0-98F3-E6465F57C2D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2148FC-A442-1061-6455-E87AE0211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2E26C5-7B1B-8E20-AB22-65DDE10F6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63EE-98BD-47C9-AECE-56A2E7D68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453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A7A27-7DE1-B465-14FF-AF2566393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DE4498-FBEF-4A6A-40AC-2869D4D578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45F551-8702-88E5-91BC-CD164F5039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917F5B-FB33-1405-FE55-78E98BDE8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FE931-86AE-4DA0-98F3-E6465F57C2D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935CF2-A1FF-2D46-0A21-2DD4C931C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825813-584E-FE66-FFFE-F4D4D8A95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63EE-98BD-47C9-AECE-56A2E7D68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61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6DBF5-A15C-361E-30BF-4D2AA469A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1280D2-34E3-83EB-B0E3-D84C54730A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38FD6-F72B-8115-B5AB-34D51609C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FE931-86AE-4DA0-98F3-E6465F57C2D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A7D9C-7745-7BD5-AE0E-F65C49D23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9F300-B9A6-3119-A6BE-7B2518901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63EE-98BD-47C9-AECE-56A2E7D68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630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BA4EFB-8A62-E02C-F105-B6267B565E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93A2D1-E480-AE5B-6F7A-6913345608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3F5F8-94FD-2E93-6DED-386117ADD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FE931-86AE-4DA0-98F3-E6465F57C2D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52232-A004-1539-EEFA-866B1BC60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AFFD6-E85D-FDD0-4B0E-D811A5A09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63EE-98BD-47C9-AECE-56A2E7D68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658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60E293-574D-2208-3840-C44D4F0D0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C235EA-E7DA-6F80-8F10-DD26E53BB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BFE00-2E2B-36A7-D6D9-FA56DC010A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FFE931-86AE-4DA0-98F3-E6465F57C2D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8ED8D-8C8C-040C-524D-E6E349BEEE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56EA3-4790-93A5-FBA8-E39C50D4F2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7A63EE-98BD-47C9-AECE-56A2E7D68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009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CD393-3335-E397-14DE-2D267AFF10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Mutual Fund Analytics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C3D72D-03ED-62C2-5BDD-4D33449E9F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Bluestock</a:t>
            </a:r>
            <a:r>
              <a:rPr lang="en-US" dirty="0"/>
              <a:t> Capstone Project</a:t>
            </a:r>
          </a:p>
          <a:p>
            <a:endParaRPr lang="en-US" dirty="0"/>
          </a:p>
          <a:p>
            <a:r>
              <a:rPr lang="en-US" dirty="0"/>
              <a:t>Prepared By: Charan</a:t>
            </a:r>
          </a:p>
        </p:txBody>
      </p:sp>
    </p:spTree>
    <p:extLst>
      <p:ext uri="{BB962C8B-B14F-4D97-AF65-F5344CB8AC3E}">
        <p14:creationId xmlns:p14="http://schemas.microsoft.com/office/powerpoint/2010/main" val="1656462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A365C-4EF5-DF3B-E734-5DEEBE005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DE3BC-37C8-21E1-4748-9D1E1D051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• Analyze mutual fund performance</a:t>
            </a:r>
          </a:p>
          <a:p>
            <a:endParaRPr lang="en-US" dirty="0"/>
          </a:p>
          <a:p>
            <a:r>
              <a:rPr lang="en-US" dirty="0"/>
              <a:t>• Build ETL pipeline</a:t>
            </a:r>
          </a:p>
          <a:p>
            <a:endParaRPr lang="en-US" dirty="0"/>
          </a:p>
          <a:p>
            <a:r>
              <a:rPr lang="en-US" dirty="0"/>
              <a:t>• Calculate performance metrics</a:t>
            </a:r>
          </a:p>
          <a:p>
            <a:endParaRPr lang="en-US" dirty="0"/>
          </a:p>
          <a:p>
            <a:r>
              <a:rPr lang="en-US" dirty="0"/>
              <a:t>• Create Power BI dashboard</a:t>
            </a:r>
          </a:p>
          <a:p>
            <a:endParaRPr lang="en-US" dirty="0"/>
          </a:p>
          <a:p>
            <a:r>
              <a:rPr lang="en-US" dirty="0"/>
              <a:t>• Generate fund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793147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71DAE-43D7-03DC-00F1-7BAAD849A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95C6F-419B-2137-99C3-0EC4EEF62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• Fund Master Data</a:t>
            </a:r>
          </a:p>
          <a:p>
            <a:endParaRPr lang="en-US" dirty="0"/>
          </a:p>
          <a:p>
            <a:r>
              <a:rPr lang="en-US" dirty="0"/>
              <a:t>• NAV History</a:t>
            </a:r>
          </a:p>
          <a:p>
            <a:endParaRPr lang="en-US" dirty="0"/>
          </a:p>
          <a:p>
            <a:r>
              <a:rPr lang="en-US" dirty="0"/>
              <a:t>• AUM Data</a:t>
            </a:r>
          </a:p>
          <a:p>
            <a:endParaRPr lang="en-US" dirty="0"/>
          </a:p>
          <a:p>
            <a:r>
              <a:rPr lang="en-US" dirty="0"/>
              <a:t>• SIP Inflows</a:t>
            </a:r>
          </a:p>
          <a:p>
            <a:endParaRPr lang="en-US" dirty="0"/>
          </a:p>
          <a:p>
            <a:r>
              <a:rPr lang="en-US" dirty="0"/>
              <a:t>• Category Inflows</a:t>
            </a:r>
          </a:p>
          <a:p>
            <a:endParaRPr lang="en-US" dirty="0"/>
          </a:p>
          <a:p>
            <a:r>
              <a:rPr lang="en-US" dirty="0"/>
              <a:t>• Scheme Performance Data</a:t>
            </a:r>
          </a:p>
          <a:p>
            <a:endParaRPr lang="en-US" dirty="0"/>
          </a:p>
          <a:p>
            <a:r>
              <a:rPr lang="en-US" dirty="0"/>
              <a:t>• Portfolio Holdings</a:t>
            </a:r>
          </a:p>
          <a:p>
            <a:endParaRPr lang="en-US" dirty="0"/>
          </a:p>
          <a:p>
            <a:r>
              <a:rPr lang="en-US" dirty="0"/>
              <a:t>• Benchmark Indices</a:t>
            </a:r>
          </a:p>
        </p:txBody>
      </p:sp>
    </p:spTree>
    <p:extLst>
      <p:ext uri="{BB962C8B-B14F-4D97-AF65-F5344CB8AC3E}">
        <p14:creationId xmlns:p14="http://schemas.microsoft.com/office/powerpoint/2010/main" val="2645676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42B80-C087-8562-B8D3-9007BE953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ETL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75E98-BAF6-F0B7-CB57-41F5D8A04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Raw Data</a:t>
            </a:r>
          </a:p>
          <a:p>
            <a:endParaRPr lang="en-US" dirty="0"/>
          </a:p>
          <a:p>
            <a:r>
              <a:rPr lang="en-US" dirty="0"/>
              <a:t>↓</a:t>
            </a:r>
          </a:p>
          <a:p>
            <a:endParaRPr lang="en-US" dirty="0"/>
          </a:p>
          <a:p>
            <a:r>
              <a:rPr lang="en-US" dirty="0"/>
              <a:t>Data Validation</a:t>
            </a:r>
          </a:p>
          <a:p>
            <a:endParaRPr lang="en-US" dirty="0"/>
          </a:p>
          <a:p>
            <a:r>
              <a:rPr lang="en-US" dirty="0"/>
              <a:t>↓</a:t>
            </a:r>
          </a:p>
          <a:p>
            <a:endParaRPr lang="en-US" dirty="0"/>
          </a:p>
          <a:p>
            <a:r>
              <a:rPr lang="en-US" dirty="0"/>
              <a:t>Data Cleaning</a:t>
            </a:r>
          </a:p>
          <a:p>
            <a:endParaRPr lang="en-US" dirty="0"/>
          </a:p>
          <a:p>
            <a:r>
              <a:rPr lang="en-US" dirty="0"/>
              <a:t>↓</a:t>
            </a:r>
          </a:p>
          <a:p>
            <a:endParaRPr lang="en-US" dirty="0"/>
          </a:p>
          <a:p>
            <a:r>
              <a:rPr lang="en-US" dirty="0"/>
              <a:t>Transformation</a:t>
            </a:r>
          </a:p>
          <a:p>
            <a:endParaRPr lang="en-US" dirty="0"/>
          </a:p>
          <a:p>
            <a:r>
              <a:rPr lang="en-US" dirty="0"/>
              <a:t>↓</a:t>
            </a:r>
          </a:p>
          <a:p>
            <a:endParaRPr lang="en-US" dirty="0"/>
          </a:p>
          <a:p>
            <a:r>
              <a:rPr lang="en-US" dirty="0"/>
              <a:t>Processed Data</a:t>
            </a:r>
          </a:p>
          <a:p>
            <a:endParaRPr lang="en-US" dirty="0"/>
          </a:p>
          <a:p>
            <a:r>
              <a:rPr lang="en-US" dirty="0"/>
              <a:t>↓</a:t>
            </a:r>
          </a:p>
          <a:p>
            <a:endParaRPr lang="en-US" dirty="0"/>
          </a:p>
          <a:p>
            <a:r>
              <a:rPr lang="en-US" dirty="0"/>
              <a:t>Analytics &amp; Dashboard</a:t>
            </a:r>
          </a:p>
        </p:txBody>
      </p:sp>
    </p:spTree>
    <p:extLst>
      <p:ext uri="{BB962C8B-B14F-4D97-AF65-F5344CB8AC3E}">
        <p14:creationId xmlns:p14="http://schemas.microsoft.com/office/powerpoint/2010/main" val="1858143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E5121-9056-D81E-EAB9-FAC60F984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A4A3B-FC92-D890-3502-FF129B33D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• Fund Category Analysis</a:t>
            </a:r>
          </a:p>
          <a:p>
            <a:endParaRPr lang="en-US" dirty="0"/>
          </a:p>
          <a:p>
            <a:r>
              <a:rPr lang="en-US" dirty="0"/>
              <a:t>• Return Distribution Analysis</a:t>
            </a:r>
          </a:p>
          <a:p>
            <a:endParaRPr lang="en-US" dirty="0"/>
          </a:p>
          <a:p>
            <a:r>
              <a:rPr lang="en-US" dirty="0"/>
              <a:t>• AUM Trend Analysis</a:t>
            </a:r>
          </a:p>
          <a:p>
            <a:endParaRPr lang="en-US" dirty="0"/>
          </a:p>
          <a:p>
            <a:r>
              <a:rPr lang="en-US" dirty="0"/>
              <a:t>• SIP Inflow Analysis</a:t>
            </a:r>
          </a:p>
          <a:p>
            <a:endParaRPr lang="en-US" dirty="0"/>
          </a:p>
          <a:p>
            <a:r>
              <a:rPr lang="en-US" dirty="0"/>
              <a:t>• Benchmark Comparison</a:t>
            </a:r>
          </a:p>
          <a:p>
            <a:endParaRPr lang="en-US" dirty="0"/>
          </a:p>
          <a:p>
            <a:r>
              <a:rPr lang="en-US" dirty="0"/>
              <a:t>• Performance Insights</a:t>
            </a:r>
          </a:p>
        </p:txBody>
      </p:sp>
    </p:spTree>
    <p:extLst>
      <p:ext uri="{BB962C8B-B14F-4D97-AF65-F5344CB8AC3E}">
        <p14:creationId xmlns:p14="http://schemas.microsoft.com/office/powerpoint/2010/main" val="2927247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338F1-5093-534A-94BD-F74EC90CB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AD6BF-043D-D7DB-F51D-BD2B6E7D8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• Alpha</a:t>
            </a:r>
          </a:p>
          <a:p>
            <a:endParaRPr lang="en-US" dirty="0"/>
          </a:p>
          <a:p>
            <a:r>
              <a:rPr lang="en-US" dirty="0"/>
              <a:t>• Beta</a:t>
            </a:r>
          </a:p>
          <a:p>
            <a:endParaRPr lang="en-US" dirty="0"/>
          </a:p>
          <a:p>
            <a:r>
              <a:rPr lang="en-US" dirty="0"/>
              <a:t>• Sharpe Ratio</a:t>
            </a:r>
          </a:p>
          <a:p>
            <a:endParaRPr lang="en-US" dirty="0"/>
          </a:p>
          <a:p>
            <a:r>
              <a:rPr lang="en-US" dirty="0"/>
              <a:t>• Sortino Ratio</a:t>
            </a:r>
          </a:p>
          <a:p>
            <a:endParaRPr lang="en-US" dirty="0"/>
          </a:p>
          <a:p>
            <a:r>
              <a:rPr lang="en-US" dirty="0"/>
              <a:t>• Maximum Drawdown</a:t>
            </a:r>
          </a:p>
          <a:p>
            <a:endParaRPr lang="en-US" dirty="0"/>
          </a:p>
          <a:p>
            <a:r>
              <a:rPr lang="en-US" dirty="0"/>
              <a:t>• Annualized Volatility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These metrics help evaluate risk-adjusted mutual fund performance.</a:t>
            </a:r>
          </a:p>
        </p:txBody>
      </p:sp>
    </p:spTree>
    <p:extLst>
      <p:ext uri="{BB962C8B-B14F-4D97-AF65-F5344CB8AC3E}">
        <p14:creationId xmlns:p14="http://schemas.microsoft.com/office/powerpoint/2010/main" val="1958200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942FE-BE5D-BDE0-7B0C-0F67A56C4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BI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720E5-FB6B-F341-8710-15DBCC78D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• Interactive Fund Analysis Dashboard</a:t>
            </a:r>
          </a:p>
          <a:p>
            <a:endParaRPr lang="en-US" dirty="0"/>
          </a:p>
          <a:p>
            <a:r>
              <a:rPr lang="en-US" dirty="0"/>
              <a:t>• Alpha vs Beta Comparison</a:t>
            </a:r>
          </a:p>
          <a:p>
            <a:endParaRPr lang="en-US" dirty="0"/>
          </a:p>
          <a:p>
            <a:r>
              <a:rPr lang="en-US" dirty="0"/>
              <a:t>• Sharpe Ratio Analysis</a:t>
            </a:r>
          </a:p>
          <a:p>
            <a:endParaRPr lang="en-US" dirty="0"/>
          </a:p>
          <a:p>
            <a:r>
              <a:rPr lang="en-US" dirty="0"/>
              <a:t>• Maximum Drawdown Analysis</a:t>
            </a:r>
          </a:p>
          <a:p>
            <a:endParaRPr lang="en-US" dirty="0"/>
          </a:p>
          <a:p>
            <a:r>
              <a:rPr lang="en-US" dirty="0"/>
              <a:t>• Fund Performance Overview</a:t>
            </a:r>
          </a:p>
        </p:txBody>
      </p:sp>
    </p:spTree>
    <p:extLst>
      <p:ext uri="{BB962C8B-B14F-4D97-AF65-F5344CB8AC3E}">
        <p14:creationId xmlns:p14="http://schemas.microsoft.com/office/powerpoint/2010/main" val="2200052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DD710-7FBD-D874-71C4-E59753818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Visualizations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F230A58D-67EE-8194-3500-46BD0213B9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68" y="1825624"/>
            <a:ext cx="10255045" cy="457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221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C35AA-C4DD-79F8-2CC4-07AABC180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2931C-A830-FAC6-7FED-E1F25A78A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• High Sharpe Ratio funds ranked consistently higher.</a:t>
            </a:r>
          </a:p>
          <a:p>
            <a:endParaRPr lang="en-US" dirty="0"/>
          </a:p>
          <a:p>
            <a:r>
              <a:rPr lang="en-US" dirty="0"/>
              <a:t>• Lower expense ratios improved recommendation scores.</a:t>
            </a:r>
          </a:p>
          <a:p>
            <a:endParaRPr lang="en-US" dirty="0"/>
          </a:p>
          <a:p>
            <a:r>
              <a:rPr lang="en-US" dirty="0"/>
              <a:t>• Category performance varies significantly.</a:t>
            </a:r>
          </a:p>
          <a:p>
            <a:endParaRPr lang="en-US" dirty="0"/>
          </a:p>
          <a:p>
            <a:r>
              <a:rPr lang="en-US" dirty="0"/>
              <a:t>• Risk-adjusted metrics provide better evaluation than absolute returns.</a:t>
            </a:r>
          </a:p>
          <a:p>
            <a:endParaRPr lang="en-US" dirty="0"/>
          </a:p>
          <a:p>
            <a:r>
              <a:rPr lang="en-US" dirty="0"/>
              <a:t>• Top-ranked funds demonstrated strong long-term performance.</a:t>
            </a:r>
          </a:p>
        </p:txBody>
      </p:sp>
    </p:spTree>
    <p:extLst>
      <p:ext uri="{BB962C8B-B14F-4D97-AF65-F5344CB8AC3E}">
        <p14:creationId xmlns:p14="http://schemas.microsoft.com/office/powerpoint/2010/main" val="4189204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A0D7B-5881-7C01-D0C5-9190AA9C4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86FD5-540E-E048-EBF2-96FAE1AA3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• Successfully built an end-to-end Mutual Fund Analytics Platform.</a:t>
            </a:r>
          </a:p>
          <a:p>
            <a:endParaRPr lang="en-US" dirty="0"/>
          </a:p>
          <a:p>
            <a:r>
              <a:rPr lang="en-US" dirty="0"/>
              <a:t>• Developed ETL pipeline and data cleaning process.</a:t>
            </a:r>
          </a:p>
          <a:p>
            <a:endParaRPr lang="en-US" dirty="0"/>
          </a:p>
          <a:p>
            <a:r>
              <a:rPr lang="en-US" dirty="0"/>
              <a:t>• Calculated performance analytics metrics.</a:t>
            </a:r>
          </a:p>
          <a:p>
            <a:endParaRPr lang="en-US" dirty="0"/>
          </a:p>
          <a:p>
            <a:r>
              <a:rPr lang="en-US" dirty="0"/>
              <a:t>• Created interactive Power BI dashboards.</a:t>
            </a:r>
          </a:p>
          <a:p>
            <a:endParaRPr lang="en-US" dirty="0"/>
          </a:p>
          <a:p>
            <a:r>
              <a:rPr lang="en-US" dirty="0"/>
              <a:t>• Implemented advanced analytics and fund recommendation engine.</a:t>
            </a:r>
          </a:p>
          <a:p>
            <a:endParaRPr lang="en-US" dirty="0"/>
          </a:p>
          <a:p>
            <a:r>
              <a:rPr lang="en-US" dirty="0"/>
              <a:t>• Enabled data-driven investment decision making.</a:t>
            </a:r>
          </a:p>
        </p:txBody>
      </p:sp>
    </p:spTree>
    <p:extLst>
      <p:ext uri="{BB962C8B-B14F-4D97-AF65-F5344CB8AC3E}">
        <p14:creationId xmlns:p14="http://schemas.microsoft.com/office/powerpoint/2010/main" val="1802355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3BD4A-9DF0-6E47-FDAD-F07F3D890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5826" y="1102545"/>
            <a:ext cx="7430729" cy="3754591"/>
          </a:xfrm>
        </p:spPr>
        <p:txBody>
          <a:bodyPr>
            <a:normAutofit/>
          </a:bodyPr>
          <a:lstStyle/>
          <a:p>
            <a:r>
              <a:rPr lang="en-US" sz="9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05906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262</Words>
  <Application>Microsoft Office PowerPoint</Application>
  <PresentationFormat>Widescreen</PresentationFormat>
  <Paragraphs>110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Mutual Fund Analytics Project</vt:lpstr>
      <vt:lpstr>Project Overview</vt:lpstr>
      <vt:lpstr>Data Sources</vt:lpstr>
      <vt:lpstr>ETL Pipeline</vt:lpstr>
      <vt:lpstr>Exploratory Data Analysis (EDA)</vt:lpstr>
      <vt:lpstr>Performance Analytics</vt:lpstr>
      <vt:lpstr>Power BI Dashboard</vt:lpstr>
      <vt:lpstr>Dashboard Visualizations</vt:lpstr>
      <vt:lpstr>Key Findings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Reddy Charan Chinthala</dc:creator>
  <cp:lastModifiedBy>Reddy Charan Chinthala</cp:lastModifiedBy>
  <cp:revision>1</cp:revision>
  <dcterms:created xsi:type="dcterms:W3CDTF">2026-06-08T03:52:16Z</dcterms:created>
  <dcterms:modified xsi:type="dcterms:W3CDTF">2026-06-08T04:11:31Z</dcterms:modified>
</cp:coreProperties>
</file>